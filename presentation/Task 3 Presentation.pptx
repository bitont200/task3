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Economica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Economic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boldItalic.fntdata"/><Relationship Id="rId30" Type="http://schemas.openxmlformats.org/officeDocument/2006/relationships/font" Target="fonts/Economica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40a8573d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40a8573d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40a8573d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40a8573d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0a8573d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0a8573d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40a8573d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40a8573d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40a8573d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40a8573d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0a8573d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0a8573d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40a8573d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40a8573d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40a8573d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40a8573d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0a8573d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0a8573d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40a8573de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40a8573de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40a8573de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40a8573d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40a8573de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40a8573d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0a8573d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0a8573d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40a8573d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40a8573d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40a8573de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40a8573de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40a8573de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40a8573de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40a8573de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40a8573d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40a8573de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40a8573d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40a8573de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40a8573d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40a8573d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40a8573d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40a8573de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40a8573d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40a8573d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40a8573d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agentsfordata.com/json/sample" TargetMode="External"/><Relationship Id="rId4" Type="http://schemas.openxmlformats.org/officeDocument/2006/relationships/hyperlink" Target="http://localhost:8000/doc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agentsfordata.com/json/sample" TargetMode="External"/><Relationship Id="rId4" Type="http://schemas.openxmlformats.org/officeDocument/2006/relationships/hyperlink" Target="https://support.anthropic.com/en/articles/8525154-claude-is-providing-incorrect-or-misleading-responses-what-s-going-o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226050" y="143336"/>
            <a:ext cx="9592500" cy="60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conomica"/>
              <a:buAutoNum type="arabicPeriod"/>
            </a:pPr>
            <a:r>
              <a:rPr b="1" lang="iw" sz="2142">
                <a:latin typeface="Economica"/>
                <a:ea typeface="Economica"/>
                <a:cs typeface="Economica"/>
                <a:sym typeface="Economica"/>
              </a:rPr>
              <a:t>Fast API</a:t>
            </a:r>
            <a:endParaRPr b="1"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b="1" lang="iw" sz="2142">
                <a:latin typeface="Economica"/>
                <a:ea typeface="Economica"/>
                <a:cs typeface="Economica"/>
                <a:sym typeface="Economica"/>
              </a:rPr>
              <a:t> Task Requirements:</a:t>
            </a:r>
            <a:endParaRPr b="1"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Deploy a simple HTTP server with two endpoints: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1. POST endpoint - Appends a JSON payload to a local file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2.  GET endpoint - Returns the last 10 payloads from the persisted file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b="1" lang="iw" sz="2142">
                <a:latin typeface="Economica"/>
                <a:ea typeface="Economica"/>
                <a:cs typeface="Economica"/>
                <a:sym typeface="Economica"/>
              </a:rPr>
              <a:t>Work Environment: </a:t>
            </a: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Visual Studio Code in Python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b="1" lang="iw" sz="2142">
                <a:latin typeface="Economica"/>
                <a:ea typeface="Economica"/>
                <a:cs typeface="Economica"/>
                <a:sym typeface="Economica"/>
              </a:rPr>
              <a:t>Tools I Used:</a:t>
            </a:r>
            <a:endParaRPr b="1"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JSON file: I downloaded from this link: </a:t>
            </a:r>
            <a:r>
              <a:rPr lang="iw" sz="2142" u="sng">
                <a:solidFill>
                  <a:schemeClr val="accent5"/>
                </a:solidFill>
                <a:latin typeface="Economica"/>
                <a:ea typeface="Economica"/>
                <a:cs typeface="Economica"/>
                <a:sym typeface="Economic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https://www.agentsfordata.com/json/sample</a:t>
            </a: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 the “House Prices” file and named it payloads.json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FastAPI: Modern web framework for building APIs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Uvicorn: ASGI server to run the FastAPI application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2142">
                <a:latin typeface="Economica"/>
                <a:ea typeface="Economica"/>
                <a:cs typeface="Economica"/>
                <a:sym typeface="Economica"/>
              </a:rPr>
              <a:t>Commands I Used:</a:t>
            </a:r>
            <a:endParaRPr b="1"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Installation Commands: </a:t>
            </a:r>
            <a:r>
              <a:rPr lang="iw" sz="2146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python -m pip install fastapi uvicorn</a:t>
            </a:r>
            <a:endParaRPr sz="2146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2146">
                <a:latin typeface="Economica"/>
                <a:ea typeface="Economica"/>
                <a:cs typeface="Economica"/>
                <a:sym typeface="Economica"/>
              </a:rPr>
              <a:t>Running the Server:</a:t>
            </a:r>
            <a:r>
              <a:rPr lang="iw" sz="2146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 python -m  uvicorn fast_API:app --re</a:t>
            </a:r>
            <a:r>
              <a:rPr lang="iw" sz="2142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load</a:t>
            </a:r>
            <a:endParaRPr sz="2142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2142">
                <a:latin typeface="Economica"/>
                <a:ea typeface="Economica"/>
                <a:cs typeface="Economica"/>
                <a:sym typeface="Economica"/>
              </a:rPr>
              <a:t>Testing Commands:</a:t>
            </a:r>
            <a:endParaRPr b="1"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I opened </a:t>
            </a:r>
            <a:r>
              <a:rPr lang="iw" sz="2142" u="sng">
                <a:solidFill>
                  <a:schemeClr val="accent5"/>
                </a:solidFill>
                <a:latin typeface="Economica"/>
                <a:ea typeface="Economica"/>
                <a:cs typeface="Economica"/>
                <a:sym typeface="Economic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http://localhost:8000/docs</a:t>
            </a: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 and there I tested the GET and POST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2142">
                <a:latin typeface="Economica"/>
                <a:ea typeface="Economica"/>
                <a:cs typeface="Economica"/>
                <a:sym typeface="Economica"/>
              </a:rPr>
              <a:t>What I Had to Learn:</a:t>
            </a:r>
            <a:endParaRPr b="1"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It was my first time using FastAPI, I learned a lot, how to use GET and POST, the difference between them and when to use each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2142">
                <a:latin typeface="Economica"/>
                <a:ea typeface="Economica"/>
                <a:cs typeface="Economica"/>
                <a:sym typeface="Economica"/>
              </a:rPr>
              <a:t>Work date: </a:t>
            </a:r>
            <a:r>
              <a:rPr lang="iw" sz="2142">
                <a:latin typeface="Economica"/>
                <a:ea typeface="Economica"/>
                <a:cs typeface="Economica"/>
                <a:sym typeface="Economica"/>
              </a:rPr>
              <a:t>29/12/2025</a:t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33"/>
              <a:buFont typeface="Arial"/>
              <a:buNone/>
            </a:pPr>
            <a:r>
              <a:t/>
            </a:r>
            <a:endParaRPr sz="2142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4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17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63565"/>
            <a:ext cx="75152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29096"/>
            <a:ext cx="8520601" cy="3512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8330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2. Typer CLI</a:t>
            </a:r>
            <a:endParaRPr b="1" sz="15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5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Task Requirements:</a:t>
            </a:r>
            <a:endParaRPr b="1"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Create a simple CLI tool with two commands: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5"/>
              <a:buFont typeface="Economica"/>
              <a:buAutoNum type="arabicPeriod"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add command: Appends a JSON argument to a local file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5"/>
              <a:buFont typeface="Economica"/>
              <a:buAutoNum type="arabicPeriod"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get-last command : Returns the last 10 arguments from the persisted file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Work Environment: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Visual Studio Code in Python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Tools I Used:</a:t>
            </a:r>
            <a:endParaRPr b="1"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Typer: Python library for building CLI applications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w" sz="1400">
                <a:latin typeface="Economica"/>
                <a:ea typeface="Economica"/>
                <a:cs typeface="Economica"/>
                <a:sym typeface="Economica"/>
              </a:rPr>
              <a:t>JSON file: I downloaded from this link: </a:t>
            </a:r>
            <a:r>
              <a:rPr lang="iw" sz="1400" u="sng">
                <a:solidFill>
                  <a:schemeClr val="accent5"/>
                </a:solidFill>
                <a:latin typeface="Economica"/>
                <a:ea typeface="Economica"/>
                <a:cs typeface="Economica"/>
                <a:sym typeface="Economic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https://www.agentsfordata.com/json/sample</a:t>
            </a:r>
            <a:r>
              <a:rPr lang="iw" sz="1400">
                <a:latin typeface="Economica"/>
                <a:ea typeface="Economica"/>
                <a:cs typeface="Economica"/>
                <a:sym typeface="Economica"/>
              </a:rPr>
              <a:t> the “House Prices” file and named it payloads.json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Commands I Used:</a:t>
            </a:r>
            <a:endParaRPr b="1"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Installation Command: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 python -m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pip install typer</a:t>
            </a:r>
            <a:endParaRPr sz="1375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Running the CLI: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5"/>
              <a:buFont typeface="Economica"/>
              <a:buChar char="-"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Add data: 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python typer_cli.py append '{DATA_TO_ADD}'</a:t>
            </a:r>
            <a:endParaRPr sz="1375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75"/>
              <a:buFont typeface="Economica"/>
              <a:buChar char="-"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Get last 10: 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python typer_cli.py last_payloads</a:t>
            </a:r>
            <a:endParaRPr sz="1375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What I Had to Learn:</a:t>
            </a:r>
            <a:endParaRPr b="1"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It was my first time building a CLI tool, I learned what CLI (Command Line Interface) means - a program that runs in the terminal with text commands instead of buttons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Work date: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29/12/2025</a:t>
            </a:r>
            <a:r>
              <a:rPr lang="iw" sz="1375" u="sng">
                <a:solidFill>
                  <a:schemeClr val="hlink"/>
                </a:solidFill>
                <a:latin typeface="Economica"/>
                <a:ea typeface="Economica"/>
                <a:cs typeface="Economica"/>
                <a:sym typeface="Economica"/>
                <a:hlinkClick r:id="rId4"/>
              </a:rPr>
              <a:t>.</a:t>
            </a:r>
            <a:endParaRPr sz="1375" u="sng">
              <a:solidFill>
                <a:schemeClr val="hlink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737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42469"/>
            <a:ext cx="3969597" cy="3948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2707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0060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3. VitePress </a:t>
            </a:r>
            <a:endParaRPr b="1" sz="15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275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Task Requirements:</a:t>
            </a:r>
            <a:br>
              <a:rPr b="1" lang="iw" sz="13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Deploy a simple documentation website with two pages: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Landing Page:  Introduces a fake software tool “SnapTranslator”, explaining its purpose and features.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Installation Guide: Provides step-by-step instructions for installing and running the tool (commands are illustrative, not real).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Work Environment: 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Visual Studio Code in combination with Command Prompt, Node.js installed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Tools I Used:</a:t>
            </a:r>
            <a:endParaRPr b="1"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VitePress: Static site generator for documentation websites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Node.js and npm: Required to install and run VitePress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Markdown: To write the content of the pages (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index.md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and 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installation.md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)</a:t>
            </a:r>
            <a:br>
              <a:rPr lang="iw" sz="1375">
                <a:latin typeface="Economica"/>
                <a:ea typeface="Economica"/>
                <a:cs typeface="Economica"/>
                <a:sym typeface="Economica"/>
              </a:rPr>
            </a:b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350">
                <a:latin typeface="Economica"/>
                <a:ea typeface="Economica"/>
                <a:cs typeface="Economica"/>
                <a:sym typeface="Economica"/>
              </a:rPr>
              <a:t>Commands I Used:</a:t>
            </a:r>
            <a:endParaRPr sz="1350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50">
                <a:latin typeface="Economica"/>
                <a:ea typeface="Economica"/>
                <a:cs typeface="Economica"/>
                <a:sym typeface="Economica"/>
              </a:rPr>
              <a:t>Initialize npm project: </a:t>
            </a:r>
            <a:r>
              <a:rPr lang="iw" sz="1350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npm init -y</a:t>
            </a:r>
            <a:endParaRPr sz="1350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50">
                <a:latin typeface="Economica"/>
                <a:ea typeface="Economica"/>
                <a:cs typeface="Economica"/>
                <a:sym typeface="Economica"/>
              </a:rPr>
              <a:t>Install VitePress: </a:t>
            </a:r>
            <a:r>
              <a:rPr lang="iw" sz="1350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npm install vitepress --save-dev</a:t>
            </a:r>
            <a:endParaRPr sz="1350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50">
                <a:latin typeface="Economica"/>
                <a:ea typeface="Economica"/>
                <a:cs typeface="Economica"/>
                <a:sym typeface="Economica"/>
              </a:rPr>
              <a:t>Running the Site: </a:t>
            </a:r>
            <a:r>
              <a:rPr lang="iw" sz="1350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npm run dev</a:t>
            </a:r>
            <a:endParaRPr sz="1350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50">
                <a:latin typeface="Economica"/>
                <a:ea typeface="Economica"/>
                <a:cs typeface="Economica"/>
                <a:sym typeface="Economica"/>
              </a:rPr>
              <a:t>Page Navigation: Opened </a:t>
            </a:r>
            <a:r>
              <a:rPr lang="iw" sz="1350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http://localhost:5173</a:t>
            </a:r>
            <a:r>
              <a:rPr lang="iw" sz="1350">
                <a:latin typeface="Economica"/>
                <a:ea typeface="Economica"/>
                <a:cs typeface="Economica"/>
                <a:sym typeface="Economica"/>
              </a:rPr>
              <a:t> in the browser to test the pages.</a:t>
            </a:r>
            <a:endParaRPr b="1"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What I Had to Learn: 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How to create a VitePress project from scratch, how to structure a documentation site with multiple pages and how to run the site locally and view changes in real-time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375">
                <a:latin typeface="Economica"/>
                <a:ea typeface="Economica"/>
                <a:cs typeface="Economica"/>
                <a:sym typeface="Economica"/>
              </a:rPr>
              <a:t>Work Date: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29/12/2025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348344"/>
            <a:ext cx="8832300" cy="4446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273450" y="99225"/>
            <a:ext cx="8597100" cy="4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4. Dockerfile – FFmpeg</a:t>
            </a:r>
            <a:endParaRPr b="1" sz="15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425">
                <a:latin typeface="Economica"/>
                <a:ea typeface="Economica"/>
                <a:cs typeface="Economica"/>
                <a:sym typeface="Economica"/>
              </a:rPr>
              <a:t>Task Requirements:</a:t>
            </a:r>
            <a:endParaRPr b="1" sz="14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Create a Dockerfile that: Uses a base image of my choice, installs the 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ffmpeg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package and defines an entrypoint that runs 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ffmpeg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automatically when the container starts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iw" sz="1425">
                <a:latin typeface="Economica"/>
                <a:ea typeface="Economica"/>
                <a:cs typeface="Economica"/>
                <a:sym typeface="Economica"/>
              </a:rPr>
              <a:t>Work Environment: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 Docker Desktop and Visual Studio Code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iw" sz="1425">
                <a:latin typeface="Economica"/>
                <a:ea typeface="Economica"/>
                <a:cs typeface="Economica"/>
                <a:sym typeface="Economica"/>
              </a:rPr>
              <a:t>Tools I Used:</a:t>
            </a:r>
            <a:endParaRPr b="1" sz="14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Dockerfile: Used to define the steps for building a Docker image</a:t>
            </a:r>
            <a:br>
              <a:rPr lang="iw" sz="13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Ubuntu 22.04 (Base Image): Chosen for stability and easy installation of ffmpeg</a:t>
            </a:r>
            <a:br>
              <a:rPr lang="iw" sz="13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FFmpeg: A powerful multimedia tool for video and audio processing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425">
                <a:latin typeface="Economica"/>
                <a:ea typeface="Economica"/>
                <a:cs typeface="Economica"/>
                <a:sym typeface="Economica"/>
              </a:rPr>
              <a:t>Commands I Used:</a:t>
            </a:r>
            <a:endParaRPr b="1" sz="14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Build Command: </a:t>
            </a: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docker build -t my-ffmpeg .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Run &amp; Test Commands: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docker run --rm my-ffmpeg -version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w" sz="13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docker run --rm -v ${PWD}:/data my-ffmpeg -i /data/input.mp4 /data/output.avi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425">
                <a:latin typeface="Economica"/>
                <a:ea typeface="Economica"/>
                <a:cs typeface="Economica"/>
                <a:sym typeface="Economica"/>
              </a:rPr>
              <a:t>What I Had to Learn:</a:t>
            </a:r>
            <a:endParaRPr b="1" sz="14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What a Dockerfile is and how Docker images are built, how to run ffmpeg commands inside a container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425">
                <a:latin typeface="Economica"/>
                <a:ea typeface="Economica"/>
                <a:cs typeface="Economica"/>
                <a:sym typeface="Economica"/>
              </a:rPr>
              <a:t>Work Date: </a:t>
            </a:r>
            <a:r>
              <a:rPr lang="iw" sz="1375">
                <a:latin typeface="Economica"/>
                <a:ea typeface="Economica"/>
                <a:cs typeface="Economica"/>
                <a:sym typeface="Economica"/>
              </a:rPr>
              <a:t>29/12/2025</a:t>
            </a:r>
            <a:endParaRPr sz="13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575" y="383950"/>
            <a:ext cx="8491775" cy="42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50200"/>
            <a:ext cx="85206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25">
                <a:latin typeface="Economica"/>
                <a:ea typeface="Economica"/>
                <a:cs typeface="Economica"/>
                <a:sym typeface="Economica"/>
              </a:rPr>
              <a:t>5.  Python Docker</a:t>
            </a:r>
            <a:endParaRPr b="1" sz="16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Task Requirements:</a:t>
            </a:r>
            <a:endParaRPr b="1" sz="15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475">
                <a:latin typeface="Economica"/>
                <a:ea typeface="Economica"/>
                <a:cs typeface="Economica"/>
                <a:sym typeface="Economica"/>
              </a:rPr>
              <a:t>Use Python’s docker package to: Run a BusyBox container, keep the container running using the </a:t>
            </a:r>
            <a:r>
              <a:rPr lang="iw" sz="14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sleep</a:t>
            </a:r>
            <a:r>
              <a:rPr lang="iw" sz="1475">
                <a:latin typeface="Economica"/>
                <a:ea typeface="Economica"/>
                <a:cs typeface="Economica"/>
                <a:sym typeface="Economica"/>
              </a:rPr>
              <a:t> command and execute an additional command inside the running container to retrieve the container hostname</a:t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Work Environment: </a:t>
            </a:r>
            <a:r>
              <a:rPr lang="iw" sz="1475">
                <a:latin typeface="Economica"/>
                <a:ea typeface="Economica"/>
                <a:cs typeface="Economica"/>
                <a:sym typeface="Economica"/>
              </a:rPr>
              <a:t>Docker Desktop and Visual Studio Code in Python</a:t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Tools I Used:</a:t>
            </a:r>
            <a:endParaRPr b="1" sz="15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iw" sz="1475">
                <a:latin typeface="Economica"/>
                <a:ea typeface="Economica"/>
                <a:cs typeface="Economica"/>
                <a:sym typeface="Economica"/>
              </a:rPr>
              <a:t>Docker package: </a:t>
            </a:r>
            <a:r>
              <a:rPr lang="iw" sz="1475">
                <a:latin typeface="Economica"/>
                <a:ea typeface="Economica"/>
                <a:cs typeface="Economica"/>
                <a:sym typeface="Economica"/>
              </a:rPr>
              <a:t>Used to control Docker containers directly from Python code</a:t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iw" sz="1475">
                <a:latin typeface="Economica"/>
                <a:ea typeface="Economica"/>
                <a:cs typeface="Economica"/>
                <a:sym typeface="Economica"/>
              </a:rPr>
              <a:t>BusyBox image: </a:t>
            </a:r>
            <a:r>
              <a:rPr lang="iw" sz="1475">
                <a:latin typeface="Economica"/>
                <a:ea typeface="Economica"/>
                <a:cs typeface="Economica"/>
                <a:sym typeface="Economica"/>
              </a:rPr>
              <a:t>A lightweight Linux container used for testing and learning Docker basics</a:t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Commands I Used:</a:t>
            </a:r>
            <a:endParaRPr b="1" sz="15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w" sz="1475">
                <a:latin typeface="Economica"/>
                <a:ea typeface="Economica"/>
                <a:cs typeface="Economica"/>
                <a:sym typeface="Economica"/>
              </a:rPr>
              <a:t>Installation Command: </a:t>
            </a:r>
            <a:r>
              <a:rPr lang="iw" sz="14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python -m pip install docker</a:t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What I Had to Learn: </a:t>
            </a:r>
            <a:endParaRPr b="1" sz="15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475">
                <a:latin typeface="Economica"/>
                <a:ea typeface="Economica"/>
                <a:cs typeface="Economica"/>
                <a:sym typeface="Economica"/>
              </a:rPr>
              <a:t>How to work with Docker from Python instead of using the terminal, how to run containers programmatically, how to keep a container running using </a:t>
            </a:r>
            <a:r>
              <a:rPr lang="iw" sz="14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sleep</a:t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525">
                <a:latin typeface="Economica"/>
                <a:ea typeface="Economica"/>
                <a:cs typeface="Economica"/>
                <a:sym typeface="Economica"/>
              </a:rPr>
              <a:t>Work Date: </a:t>
            </a:r>
            <a:r>
              <a:rPr lang="iw" sz="1475">
                <a:latin typeface="Economica"/>
                <a:ea typeface="Economica"/>
                <a:cs typeface="Economica"/>
                <a:sym typeface="Economica"/>
              </a:rPr>
              <a:t>30/12/2025</a:t>
            </a:r>
            <a:endParaRPr sz="14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6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25" y="995850"/>
            <a:ext cx="811530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832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6. Coordinates Conversion</a:t>
            </a:r>
            <a:endParaRPr b="1"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Task Requirements:</a:t>
            </a:r>
            <a:br>
              <a:rPr b="1" lang="iw" sz="16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 Convert geographic coordinates from Decimal Degrees (DD) format to Degrees, Minutes, Seconds (DMS).</a:t>
            </a:r>
            <a:endParaRPr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Work Environment: </a:t>
            </a: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Visual Studio Code in Python</a:t>
            </a:r>
            <a:endParaRPr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Logic Implemented:</a:t>
            </a:r>
            <a:endParaRPr b="1" sz="1675">
              <a:latin typeface="Economica"/>
              <a:ea typeface="Economica"/>
              <a:cs typeface="Economica"/>
              <a:sym typeface="Economica"/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75"/>
              <a:buFont typeface="Economica"/>
              <a:buChar char="-"/>
            </a:pP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Extract degrees from the integer part of the DD value</a:t>
            </a:r>
            <a:endParaRPr sz="1675">
              <a:latin typeface="Economica"/>
              <a:ea typeface="Economica"/>
              <a:cs typeface="Economica"/>
              <a:sym typeface="Economica"/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75"/>
              <a:buFont typeface="Economica"/>
              <a:buChar char="-"/>
            </a:pP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Convert the fractional part to minutes and seconds</a:t>
            </a:r>
            <a:endParaRPr sz="1675">
              <a:latin typeface="Economica"/>
              <a:ea typeface="Economica"/>
              <a:cs typeface="Economica"/>
              <a:sym typeface="Economica"/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75"/>
              <a:buFont typeface="Economica"/>
              <a:buChar char="-"/>
            </a:pP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Assign direction (N/S for latitude, E/W for longitude) based on the sign</a:t>
            </a:r>
            <a:endParaRPr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Testing:</a:t>
            </a:r>
            <a:endParaRPr b="1"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I Created a manual tester that compares the actual output to an expected result, iIf the output matches exactly, the program prints </a:t>
            </a: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Test passed</a:t>
            </a:r>
            <a:endParaRPr b="1"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What I Had to Learn:</a:t>
            </a:r>
            <a:endParaRPr b="1"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How geographic coordinates are represented in DD and DMS formats</a:t>
            </a:r>
            <a:endParaRPr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Work Date: </a:t>
            </a: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30/12/2025</a:t>
            </a:r>
            <a:endParaRPr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8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42396"/>
            <a:ext cx="9144000" cy="1058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311700" y="150200"/>
            <a:ext cx="10267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825">
                <a:latin typeface="Economica"/>
                <a:ea typeface="Economica"/>
                <a:cs typeface="Economica"/>
                <a:sym typeface="Economica"/>
              </a:rPr>
              <a:t>7. Convert Markdown</a:t>
            </a:r>
            <a:endParaRPr b="1" sz="18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775">
                <a:latin typeface="Economica"/>
                <a:ea typeface="Economica"/>
                <a:cs typeface="Economica"/>
                <a:sym typeface="Economica"/>
              </a:rPr>
              <a:t>Task Requirements:</a:t>
            </a:r>
            <a:br>
              <a:rPr b="1" lang="iw" sz="17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 Programmatically convert a Markdown document into a PDF file using Python.</a:t>
            </a:r>
            <a:endParaRPr sz="17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775">
                <a:latin typeface="Economica"/>
                <a:ea typeface="Economica"/>
                <a:cs typeface="Economica"/>
                <a:sym typeface="Economica"/>
              </a:rPr>
              <a:t>Work Environment: </a:t>
            </a: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 Visual Studio Code in Python</a:t>
            </a:r>
            <a:endParaRPr sz="17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775">
                <a:latin typeface="Economica"/>
                <a:ea typeface="Economica"/>
                <a:cs typeface="Economica"/>
                <a:sym typeface="Economica"/>
              </a:rPr>
              <a:t>Tools I Used:</a:t>
            </a:r>
            <a:endParaRPr b="1" sz="17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Markdown (Python package): Converts Markdown text into HTML</a:t>
            </a:r>
            <a:br>
              <a:rPr lang="iw" sz="17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pdfkit: Python wrapper that converts HTML to PDF</a:t>
            </a:r>
            <a:br>
              <a:rPr lang="iw" sz="17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wkhtmltopdf: </a:t>
            </a: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External command-line tool used by pdfkit to generate PDFs from HTML </a:t>
            </a: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downkoaded from: </a:t>
            </a:r>
            <a:r>
              <a:rPr lang="iw" sz="17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https://wkhtmltopdf.org/downloads.html</a:t>
            </a:r>
            <a:endParaRPr sz="1775">
              <a:solidFill>
                <a:srgbClr val="188038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775">
                <a:latin typeface="Economica"/>
                <a:ea typeface="Economica"/>
                <a:cs typeface="Economica"/>
                <a:sym typeface="Economica"/>
              </a:rPr>
              <a:t>Installation Commands: </a:t>
            </a:r>
            <a:r>
              <a:rPr lang="iw" sz="17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python -m pip install markdown pdfkit</a:t>
            </a:r>
            <a:endParaRPr sz="17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775">
                <a:latin typeface="Economica"/>
                <a:ea typeface="Economica"/>
                <a:cs typeface="Economica"/>
                <a:sym typeface="Economica"/>
              </a:rPr>
              <a:t>What I Had to Learn:</a:t>
            </a:r>
            <a:endParaRPr b="1" sz="17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How Markdown is converted to HTML before creating a PDF</a:t>
            </a:r>
            <a:endParaRPr sz="17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775">
                <a:latin typeface="Economica"/>
                <a:ea typeface="Economica"/>
                <a:cs typeface="Economica"/>
                <a:sym typeface="Economica"/>
              </a:rPr>
              <a:t>Work Date: </a:t>
            </a:r>
            <a:r>
              <a:rPr lang="iw" sz="1775">
                <a:latin typeface="Economica"/>
                <a:ea typeface="Economica"/>
                <a:cs typeface="Economica"/>
                <a:sym typeface="Economica"/>
              </a:rPr>
              <a:t>30/12/2025</a:t>
            </a:r>
            <a:endParaRPr sz="17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9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700" y="367400"/>
            <a:ext cx="7516000" cy="390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311700" y="66154"/>
            <a:ext cx="8520600" cy="48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iw" sz="1625">
                <a:latin typeface="Economica"/>
                <a:ea typeface="Economica"/>
                <a:cs typeface="Economica"/>
                <a:sym typeface="Economica"/>
              </a:rPr>
              <a:t>8.  Numpy </a:t>
            </a:r>
            <a:endParaRPr b="1" sz="16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275">
                <a:latin typeface="Economica"/>
                <a:ea typeface="Economica"/>
                <a:cs typeface="Economica"/>
                <a:sym typeface="Economica"/>
              </a:rPr>
              <a:t>Task Requirements:</a:t>
            </a:r>
            <a:br>
              <a:rPr b="1" lang="iw" sz="12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 Create an RGB color analysis for a chosen image by extracting pixel values and counting how frequently each color appears using NumPy.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b="1" lang="iw" sz="1325">
                <a:latin typeface="Economica"/>
                <a:ea typeface="Economica"/>
                <a:cs typeface="Economica"/>
                <a:sym typeface="Economica"/>
              </a:rPr>
              <a:t>Work Environment: </a:t>
            </a: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Visual Studio Code in Python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325">
                <a:latin typeface="Economica"/>
                <a:ea typeface="Economica"/>
                <a:cs typeface="Economica"/>
                <a:sym typeface="Economica"/>
              </a:rPr>
              <a:t>Tools I Used:</a:t>
            </a:r>
            <a:endParaRPr b="1" sz="13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NumPy: Used to store the image as a numerical array and analyze pixel values</a:t>
            </a:r>
            <a:br>
              <a:rPr lang="iw" sz="12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Pillow (PIL): Used to load and read the image file</a:t>
            </a:r>
            <a:br>
              <a:rPr lang="iw" sz="1275">
                <a:latin typeface="Economica"/>
                <a:ea typeface="Economica"/>
                <a:cs typeface="Economica"/>
                <a:sym typeface="Economica"/>
              </a:rPr>
            </a:b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Matplotlib: Used to visualize the RGB color distribution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iw" sz="1325">
                <a:latin typeface="Economica"/>
                <a:ea typeface="Economica"/>
                <a:cs typeface="Economica"/>
                <a:sym typeface="Economica"/>
              </a:rPr>
              <a:t>Steps I Performed:</a:t>
            </a:r>
            <a:endParaRPr b="1" sz="1325">
              <a:latin typeface="Economica"/>
              <a:ea typeface="Economica"/>
              <a:cs typeface="Economica"/>
              <a:sym typeface="Economica"/>
            </a:endParaRPr>
          </a:p>
          <a:p>
            <a:pPr indent="-309562" lvl="0" marL="45720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275"/>
              <a:buFont typeface="Economica"/>
              <a:buChar char="-"/>
            </a:pP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Loaded an image using Pillow.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-309562" lvl="0" marL="45720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275"/>
              <a:buFont typeface="Economica"/>
              <a:buChar char="-"/>
            </a:pP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Converted the image into a NumPy array.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Font typeface="Economica"/>
              <a:buChar char="-"/>
            </a:pP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Separated the image into Red, Green, and Blue color channels.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Font typeface="Economica"/>
              <a:buChar char="-"/>
            </a:pP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Counted how many times each pixel value (0–255) appears in every channel.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Font typeface="Economica"/>
              <a:buChar char="-"/>
            </a:pP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Visualized the results as RGB graphs.</a:t>
            </a:r>
            <a:br>
              <a:rPr lang="iw" sz="1275">
                <a:latin typeface="Economica"/>
                <a:ea typeface="Economica"/>
                <a:cs typeface="Economica"/>
                <a:sym typeface="Economica"/>
              </a:rPr>
            </a:b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275"/>
              <a:buNone/>
            </a:pPr>
            <a:r>
              <a:rPr b="1" lang="iw" sz="1325">
                <a:latin typeface="Economica"/>
                <a:ea typeface="Economica"/>
                <a:cs typeface="Economica"/>
                <a:sym typeface="Economica"/>
              </a:rPr>
              <a:t>Key Concepts Learned: </a:t>
            </a:r>
            <a:endParaRPr b="1" sz="132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How images are represented as 3D NumPy arrays </a:t>
            </a:r>
            <a:r>
              <a:rPr lang="iw" sz="1275">
                <a:solidFill>
                  <a:srgbClr val="188038"/>
                </a:solidFill>
                <a:latin typeface="Economica"/>
                <a:ea typeface="Economica"/>
                <a:cs typeface="Economica"/>
                <a:sym typeface="Economica"/>
              </a:rPr>
              <a:t>(height, width, 3), </a:t>
            </a: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how to analyze data without loops using NumPy and how to visualize numerical data using graphs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325">
                <a:latin typeface="Economica"/>
                <a:ea typeface="Economica"/>
                <a:cs typeface="Economica"/>
                <a:sym typeface="Economica"/>
              </a:rPr>
              <a:t>Work Date: </a:t>
            </a:r>
            <a:r>
              <a:rPr lang="iw" sz="1275">
                <a:latin typeface="Economica"/>
                <a:ea typeface="Economica"/>
                <a:cs typeface="Economica"/>
                <a:sym typeface="Economica"/>
              </a:rPr>
              <a:t>30/12/2025</a:t>
            </a:r>
            <a:endParaRPr sz="12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8238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311700" y="1667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50">
                <a:latin typeface="Economica"/>
                <a:ea typeface="Economica"/>
                <a:cs typeface="Economica"/>
                <a:sym typeface="Economica"/>
              </a:rPr>
              <a:t>9. Password Strength</a:t>
            </a:r>
            <a:endParaRPr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50">
                <a:latin typeface="Economica"/>
                <a:ea typeface="Economica"/>
                <a:cs typeface="Economica"/>
                <a:sym typeface="Economica"/>
              </a:rPr>
              <a:t>Task Requirements:</a:t>
            </a:r>
            <a:endParaRPr b="1"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w" sz="1650">
                <a:latin typeface="Economica"/>
                <a:ea typeface="Economica"/>
                <a:cs typeface="Economica"/>
                <a:sym typeface="Economica"/>
              </a:rPr>
              <a:t>Write a tool that validates password strength by returning True if the password meets ALL of the following criteria</a:t>
            </a:r>
            <a:endParaRPr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50">
                <a:latin typeface="Economica"/>
                <a:ea typeface="Economica"/>
                <a:cs typeface="Economica"/>
                <a:sym typeface="Economica"/>
              </a:rPr>
              <a:t>Work Environment: </a:t>
            </a:r>
            <a:r>
              <a:rPr lang="iw" sz="1650">
                <a:latin typeface="Economica"/>
                <a:ea typeface="Economica"/>
                <a:cs typeface="Economica"/>
                <a:sym typeface="Economica"/>
              </a:rPr>
              <a:t>Visual Studio Code in Python</a:t>
            </a:r>
            <a:endParaRPr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50">
                <a:latin typeface="Economica"/>
                <a:ea typeface="Economica"/>
                <a:cs typeface="Economica"/>
                <a:sym typeface="Economica"/>
              </a:rPr>
              <a:t>Tools I Used:</a:t>
            </a:r>
            <a:endParaRPr b="1"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650">
                <a:latin typeface="Economica"/>
                <a:ea typeface="Economica"/>
                <a:cs typeface="Economica"/>
                <a:sym typeface="Economica"/>
              </a:rPr>
              <a:t>Counter from collections: To count character occurrences</a:t>
            </a:r>
            <a:endParaRPr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w" sz="1650">
                <a:latin typeface="Economica"/>
                <a:ea typeface="Economica"/>
                <a:cs typeface="Economica"/>
                <a:sym typeface="Economica"/>
              </a:rPr>
              <a:t> ord() function: To check ASCII values for consecutive sequences</a:t>
            </a:r>
            <a:endParaRPr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Testing:</a:t>
            </a:r>
            <a:endParaRPr b="1"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I Created a manual tester that checks different passwords,  the program prints </a:t>
            </a:r>
            <a:r>
              <a:rPr b="1" lang="iw" sz="1675">
                <a:latin typeface="Economica"/>
                <a:ea typeface="Economica"/>
                <a:cs typeface="Economica"/>
                <a:sym typeface="Economica"/>
              </a:rPr>
              <a:t>Test passed </a:t>
            </a:r>
            <a:r>
              <a:rPr lang="iw" sz="1675">
                <a:latin typeface="Economica"/>
                <a:ea typeface="Economica"/>
                <a:cs typeface="Economica"/>
                <a:sym typeface="Economica"/>
              </a:rPr>
              <a:t>if the output is correct</a:t>
            </a:r>
            <a:endParaRPr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75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50">
                <a:latin typeface="Economica"/>
                <a:ea typeface="Economica"/>
                <a:cs typeface="Economica"/>
                <a:sym typeface="Economica"/>
              </a:rPr>
              <a:t>What I Had to Learn:</a:t>
            </a:r>
            <a:endParaRPr b="1"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iw" sz="1650">
                <a:latin typeface="Economica"/>
                <a:ea typeface="Economica"/>
                <a:cs typeface="Economica"/>
                <a:sym typeface="Economica"/>
              </a:rPr>
              <a:t>How to use the ord() function to convert characters to ASCII values and using Counter to efficiently count character occurrences</a:t>
            </a:r>
            <a:endParaRPr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 sz="1650">
                <a:latin typeface="Economica"/>
                <a:ea typeface="Economica"/>
                <a:cs typeface="Economica"/>
                <a:sym typeface="Economica"/>
              </a:rPr>
              <a:t>Work date:</a:t>
            </a:r>
            <a:r>
              <a:rPr lang="iw" sz="1650">
                <a:latin typeface="Economica"/>
                <a:ea typeface="Economica"/>
                <a:cs typeface="Economica"/>
                <a:sym typeface="Economica"/>
              </a:rPr>
              <a:t> 28/12/2025</a:t>
            </a:r>
            <a:endParaRPr sz="16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8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88" y="152400"/>
            <a:ext cx="83534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idx="1" type="body"/>
          </p:nvPr>
        </p:nvSpPr>
        <p:spPr>
          <a:xfrm>
            <a:off x="311700" y="1998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 sz="2400">
                <a:latin typeface="Economica"/>
                <a:ea typeface="Economica"/>
                <a:cs typeface="Economica"/>
                <a:sym typeface="Economica"/>
              </a:rPr>
              <a:t>10. K3S: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>
                <a:latin typeface="Economica"/>
                <a:ea typeface="Economica"/>
                <a:cs typeface="Economica"/>
                <a:sym typeface="Economica"/>
              </a:rPr>
              <a:t>What k3s Is:</a:t>
            </a:r>
            <a:br>
              <a:rPr b="1" lang="iw">
                <a:latin typeface="Economica"/>
                <a:ea typeface="Economica"/>
                <a:cs typeface="Economica"/>
                <a:sym typeface="Economica"/>
              </a:rPr>
            </a:br>
            <a:r>
              <a:rPr lang="iw">
                <a:latin typeface="Economica"/>
                <a:ea typeface="Economica"/>
                <a:cs typeface="Economica"/>
                <a:sym typeface="Economica"/>
              </a:rPr>
              <a:t> k3s is a lightweight version of Kubernetes designed to run in environments with limited resources while still supporting core Kubernetes functionality.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>
                <a:latin typeface="Economica"/>
                <a:ea typeface="Economica"/>
                <a:cs typeface="Economica"/>
                <a:sym typeface="Economica"/>
              </a:rPr>
              <a:t>When It Should Be Used: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When running Kubernetes on low-resource machines.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For development, testing, or edge computing scenarios.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When fast setup and simplicity are required.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iw">
                <a:latin typeface="Economica"/>
                <a:ea typeface="Economica"/>
                <a:cs typeface="Economica"/>
                <a:sym typeface="Economica"/>
              </a:rPr>
              <a:t>Where It Can Be Used: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Edge devices and IoT environments.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Virtual machines and local development machines.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Cloud environments where efficiency is important.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idx="1" type="body"/>
          </p:nvPr>
        </p:nvSpPr>
        <p:spPr>
          <a:xfrm>
            <a:off x="311700" y="6794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>
                <a:latin typeface="Economica"/>
                <a:ea typeface="Economica"/>
                <a:cs typeface="Economica"/>
                <a:sym typeface="Economica"/>
              </a:rPr>
              <a:t>Why Use k3s: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Requires fewer system resources than standard Kubernetes.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Easy and fast installation.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Fully Kubernetes-certified and production-ready.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-"/>
            </a:pPr>
            <a:r>
              <a:rPr lang="iw">
                <a:latin typeface="Economica"/>
                <a:ea typeface="Economica"/>
                <a:cs typeface="Economica"/>
                <a:sym typeface="Economica"/>
              </a:rPr>
              <a:t>Supports multiple architectures (ARM and x86).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>
                <a:latin typeface="Economica"/>
                <a:ea typeface="Economica"/>
                <a:cs typeface="Economica"/>
                <a:sym typeface="Economica"/>
              </a:rPr>
              <a:t>What I Had to Learn:</a:t>
            </a:r>
            <a:br>
              <a:rPr b="1" lang="iw">
                <a:latin typeface="Economica"/>
                <a:ea typeface="Economica"/>
                <a:cs typeface="Economica"/>
                <a:sym typeface="Economica"/>
              </a:rPr>
            </a:br>
            <a:r>
              <a:rPr lang="iw">
                <a:latin typeface="Economica"/>
                <a:ea typeface="Economica"/>
                <a:cs typeface="Economica"/>
                <a:sym typeface="Economica"/>
              </a:rPr>
              <a:t> I learned what Kubernetes is at a high level, why a lightweight alternative is useful, and how k3s simplifies Kubernetes deployment while keeping essential features.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iw">
                <a:latin typeface="Economica"/>
                <a:ea typeface="Economica"/>
                <a:cs typeface="Economica"/>
                <a:sym typeface="Economica"/>
              </a:rPr>
              <a:t>Work Date: </a:t>
            </a:r>
            <a:r>
              <a:rPr lang="iw">
                <a:latin typeface="Economica"/>
                <a:ea typeface="Economica"/>
                <a:cs typeface="Economica"/>
                <a:sym typeface="Economica"/>
              </a:rPr>
              <a:t>30/12/2025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